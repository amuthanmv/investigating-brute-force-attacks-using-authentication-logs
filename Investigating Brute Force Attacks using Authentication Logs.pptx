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1DEF-CE2B-3116-BD4A-D7C719918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 </a:t>
            </a:r>
            <a:r>
              <a:rPr lang="en-US" dirty="0">
                <a:effectLst/>
              </a:rPr>
              <a:t>Investigating Brute Force Attacks using Authentication Logs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E8063-D0D4-4D72-4CF4-DA57683F8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3134" y="5408853"/>
            <a:ext cx="10572000" cy="4349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 M.V. AMUTHAN  (3</a:t>
            </a:r>
            <a:r>
              <a:rPr lang="en-US" baseline="30000" dirty="0"/>
              <a:t>rd</a:t>
            </a:r>
            <a:r>
              <a:rPr lang="en-US" dirty="0"/>
              <a:t> Year </a:t>
            </a:r>
            <a:r>
              <a:rPr lang="en-US" dirty="0" err="1"/>
              <a:t>B.Tech</a:t>
            </a:r>
            <a:r>
              <a:rPr lang="en-US"/>
              <a:t> IT)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02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6CF7-01F9-FB5B-0015-CEFFE9F1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25FAB-FE67-6319-FB56-5EC27325C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Cyber security is important for protecting systems and user accounts. </a:t>
            </a:r>
          </a:p>
          <a:p>
            <a:r>
              <a:rPr lang="en-US" dirty="0"/>
              <a:t>One common cyber attack is the </a:t>
            </a:r>
            <a:r>
              <a:rPr lang="en-US" b="1" dirty="0"/>
              <a:t>Brute Force Attack</a:t>
            </a:r>
            <a:r>
              <a:rPr lang="en-US" dirty="0"/>
              <a:t>. </a:t>
            </a:r>
          </a:p>
          <a:p>
            <a:r>
              <a:rPr lang="en-US" dirty="0"/>
              <a:t>In this attack, an attacker repeatedly tries different usernames and passwords to gain access. </a:t>
            </a:r>
          </a:p>
          <a:p>
            <a:r>
              <a:rPr lang="en-US" dirty="0"/>
              <a:t>Authentication logs can help us identify such suspicious login behavior. </a:t>
            </a:r>
          </a:p>
          <a:p>
            <a:r>
              <a:rPr lang="en-US" dirty="0"/>
              <a:t>This project analyzes authentication logs to detect brute force attack patterns.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38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AC81-B744-8E96-79FA-99C7F933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89FF-1A46-7BC1-87AB-3F39D2777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Attackers often try multiple login attempts to access a system. </a:t>
            </a:r>
          </a:p>
          <a:p>
            <a:r>
              <a:rPr lang="en-US" dirty="0"/>
              <a:t>Manual checking of authentication logs is difficult and time-consuming. </a:t>
            </a:r>
          </a:p>
          <a:p>
            <a:r>
              <a:rPr lang="en-US" dirty="0"/>
              <a:t>Repeated failed login attempts may go unnoticed. </a:t>
            </a:r>
          </a:p>
          <a:p>
            <a:r>
              <a:rPr lang="en-US" dirty="0"/>
              <a:t>There is a need for a simple method to detect brute force attacks using system logs.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65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493F-49A4-98B9-4383-466B871C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EE8FB4A-B29D-8DE9-A4C0-F504A192C4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712" y="3024880"/>
            <a:ext cx="591706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brute force attacks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authentication logs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repeated failed login attempts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detect suspicious IP addresses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find successful logins after multiple failures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a simple brute force investigation report </a:t>
            </a:r>
          </a:p>
        </p:txBody>
      </p:sp>
    </p:spTree>
    <p:extLst>
      <p:ext uri="{BB962C8B-B14F-4D97-AF65-F5344CB8AC3E}">
        <p14:creationId xmlns:p14="http://schemas.microsoft.com/office/powerpoint/2010/main" val="307102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6DCD-DE8D-6286-79C4-897D0D2A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ADE8-D1EF-D11E-B6E7-B6B2B1F85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Software Used</a:t>
            </a:r>
          </a:p>
          <a:p>
            <a:r>
              <a:rPr lang="en-IN" dirty="0"/>
              <a:t>Python 3 </a:t>
            </a:r>
          </a:p>
          <a:p>
            <a:r>
              <a:rPr lang="en-IN" dirty="0"/>
              <a:t>VS Code </a:t>
            </a:r>
          </a:p>
          <a:p>
            <a:r>
              <a:rPr lang="en-IN" dirty="0"/>
              <a:t>GitHub </a:t>
            </a:r>
          </a:p>
          <a:p>
            <a:r>
              <a:rPr lang="en-IN" dirty="0"/>
              <a:t>Notepad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Files Used</a:t>
            </a:r>
          </a:p>
          <a:p>
            <a:r>
              <a:rPr lang="en-IN" dirty="0"/>
              <a:t>auth.log </a:t>
            </a:r>
          </a:p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IN" dirty="0"/>
              <a:t>.py </a:t>
            </a:r>
          </a:p>
          <a:p>
            <a:r>
              <a:rPr lang="en-IN" dirty="0"/>
              <a:t>report.txt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Concepts Used</a:t>
            </a:r>
          </a:p>
          <a:p>
            <a:r>
              <a:rPr lang="en-IN" dirty="0"/>
              <a:t>Authentication Log Analysis </a:t>
            </a:r>
          </a:p>
          <a:p>
            <a:r>
              <a:rPr lang="en-IN" dirty="0"/>
              <a:t>Brute Force Detection </a:t>
            </a:r>
          </a:p>
          <a:p>
            <a:r>
              <a:rPr lang="en-IN" dirty="0"/>
              <a:t>Failed Login Monitoring </a:t>
            </a:r>
          </a:p>
          <a:p>
            <a:r>
              <a:rPr lang="en-IN" dirty="0"/>
              <a:t>Suspicious IP Tracking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379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07EA-524E-1D27-BE5F-DA36A8A0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B7EC-1EA8-9FAD-F917-E79BADB38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Python program performs the following tasks:</a:t>
            </a:r>
          </a:p>
          <a:p>
            <a:r>
              <a:rPr lang="en-US" dirty="0"/>
              <a:t>Reads authentication log entries </a:t>
            </a:r>
          </a:p>
          <a:p>
            <a:r>
              <a:rPr lang="en-US" dirty="0"/>
              <a:t>Uses regular expressions to extract log details </a:t>
            </a:r>
          </a:p>
          <a:p>
            <a:r>
              <a:rPr lang="en-US" dirty="0"/>
              <a:t>Counts failed login attempts </a:t>
            </a:r>
          </a:p>
          <a:p>
            <a:r>
              <a:rPr lang="en-US" dirty="0"/>
              <a:t>Detects suspicious IP addresses </a:t>
            </a:r>
          </a:p>
          <a:p>
            <a:r>
              <a:rPr lang="en-US" dirty="0"/>
              <a:t>Identifies usernames that are highly targeted </a:t>
            </a:r>
          </a:p>
          <a:p>
            <a:r>
              <a:rPr lang="en-US" dirty="0"/>
              <a:t>Finds successful logins after multiple failed attempts </a:t>
            </a:r>
          </a:p>
          <a:p>
            <a:r>
              <a:rPr lang="en-US" dirty="0"/>
              <a:t>Generates an output report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823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C91F-27A9-B860-99BD-43B9BE94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Output/Results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4E9D7-0B65-009A-8A5F-420AD345D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program successfully detects:</a:t>
            </a:r>
          </a:p>
          <a:p>
            <a:r>
              <a:rPr lang="en-US" dirty="0"/>
              <a:t>Total log entries </a:t>
            </a:r>
          </a:p>
          <a:p>
            <a:r>
              <a:rPr lang="en-US" dirty="0"/>
              <a:t>Total failed login attempts </a:t>
            </a:r>
          </a:p>
          <a:p>
            <a:r>
              <a:rPr lang="en-US" dirty="0"/>
              <a:t>Total successful logins </a:t>
            </a:r>
          </a:p>
          <a:p>
            <a:r>
              <a:rPr lang="en-US" dirty="0"/>
              <a:t>Suspicious IP addresses </a:t>
            </a:r>
          </a:p>
          <a:p>
            <a:r>
              <a:rPr lang="en-US" dirty="0"/>
              <a:t>Most targeted usernames </a:t>
            </a:r>
          </a:p>
          <a:p>
            <a:r>
              <a:rPr lang="en-US" dirty="0"/>
              <a:t>Successful login after repeated failures </a:t>
            </a:r>
          </a:p>
          <a:p>
            <a:pPr marL="0" indent="0">
              <a:buNone/>
            </a:pPr>
            <a:r>
              <a:rPr lang="en-US" b="1" dirty="0"/>
              <a:t>Example Output</a:t>
            </a:r>
          </a:p>
          <a:p>
            <a:r>
              <a:rPr lang="en-US" dirty="0"/>
              <a:t>Suspicious IP: 192.168.1.50 </a:t>
            </a:r>
          </a:p>
          <a:p>
            <a:r>
              <a:rPr lang="en-US" dirty="0"/>
              <a:t>Failed Attempts: 7 </a:t>
            </a:r>
          </a:p>
          <a:p>
            <a:r>
              <a:rPr lang="en-US" dirty="0"/>
              <a:t>Targeted Username: admin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35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9E41-B0AA-ACFA-1AF3-9A1001AE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8E578F-D1D8-5F4E-01E2-94076B5E63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8712" y="3301879"/>
            <a:ext cx="98753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successfully investigates brute force attacks using authentication logs.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identifies suspicious login activity based on repeated failed attempts.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logs are useful for detecting attack behavior and monitoring system security.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a simple and practical cyber security investigation approach. </a:t>
            </a:r>
          </a:p>
        </p:txBody>
      </p:sp>
    </p:spTree>
    <p:extLst>
      <p:ext uri="{BB962C8B-B14F-4D97-AF65-F5344CB8AC3E}">
        <p14:creationId xmlns:p14="http://schemas.microsoft.com/office/powerpoint/2010/main" val="179280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0558-CBA7-9FF6-A85B-6D271E95F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978C5-B176-DCC3-BBA7-5B2677601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130964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{65FEBE56-D946-40B7-A16F-2370AFF76FA8}TF422d6a94-b412-4b4b-8b36-ccdb9da8dac8d8130915_win32-3b4bd71c511d</Template>
  <TotalTime>12</TotalTime>
  <Words>343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2</vt:lpstr>
      <vt:lpstr>Quotable_win32_v2</vt:lpstr>
      <vt:lpstr> Investigating Brute Force Attacks using Authentication Logs </vt:lpstr>
      <vt:lpstr>Introduction</vt:lpstr>
      <vt:lpstr>Problem Statement</vt:lpstr>
      <vt:lpstr>Objectives</vt:lpstr>
      <vt:lpstr>Tools &amp; Technologies Used</vt:lpstr>
      <vt:lpstr>Implementation</vt:lpstr>
      <vt:lpstr>Output/Results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Amuthan575@outlook.com</dc:creator>
  <cp:lastModifiedBy>Amuthan575@outlook.com</cp:lastModifiedBy>
  <cp:revision>1</cp:revision>
  <dcterms:created xsi:type="dcterms:W3CDTF">2026-04-05T06:44:37Z</dcterms:created>
  <dcterms:modified xsi:type="dcterms:W3CDTF">2026-04-05T06:57:18Z</dcterms:modified>
</cp:coreProperties>
</file>